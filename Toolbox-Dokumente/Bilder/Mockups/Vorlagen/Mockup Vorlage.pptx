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</p:sldIdLst>
  <p:sldSz cx="11879263" cy="7451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4908" y="1219531"/>
            <a:ext cx="8909447" cy="2594304"/>
          </a:xfrm>
        </p:spPr>
        <p:txBody>
          <a:bodyPr anchor="b"/>
          <a:lstStyle>
            <a:lvl1pPr algn="ctr">
              <a:defRPr sz="584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4908" y="3913881"/>
            <a:ext cx="8909447" cy="1799108"/>
          </a:xfrm>
        </p:spPr>
        <p:txBody>
          <a:bodyPr/>
          <a:lstStyle>
            <a:lvl1pPr marL="0" indent="0" algn="ctr">
              <a:buNone/>
              <a:defRPr sz="2338"/>
            </a:lvl1pPr>
            <a:lvl2pPr marL="445450" indent="0" algn="ctr">
              <a:buNone/>
              <a:defRPr sz="1949"/>
            </a:lvl2pPr>
            <a:lvl3pPr marL="890900" indent="0" algn="ctr">
              <a:buNone/>
              <a:defRPr sz="1754"/>
            </a:lvl3pPr>
            <a:lvl4pPr marL="1336350" indent="0" algn="ctr">
              <a:buNone/>
              <a:defRPr sz="1559"/>
            </a:lvl4pPr>
            <a:lvl5pPr marL="1781800" indent="0" algn="ctr">
              <a:buNone/>
              <a:defRPr sz="1559"/>
            </a:lvl5pPr>
            <a:lvl6pPr marL="2227250" indent="0" algn="ctr">
              <a:buNone/>
              <a:defRPr sz="1559"/>
            </a:lvl6pPr>
            <a:lvl7pPr marL="2672700" indent="0" algn="ctr">
              <a:buNone/>
              <a:defRPr sz="1559"/>
            </a:lvl7pPr>
            <a:lvl8pPr marL="3118150" indent="0" algn="ctr">
              <a:buNone/>
              <a:defRPr sz="1559"/>
            </a:lvl8pPr>
            <a:lvl9pPr marL="3563600" indent="0" algn="ctr">
              <a:buNone/>
              <a:defRPr sz="1559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042E8-DCEE-4186-A7B8-D69D572B97DA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75879-A1BB-4C29-BC4F-6DD88B5E4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2598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042E8-DCEE-4186-A7B8-D69D572B97DA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75879-A1BB-4C29-BC4F-6DD88B5E4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5582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512" y="1857758"/>
            <a:ext cx="10245864" cy="3099710"/>
          </a:xfrm>
        </p:spPr>
        <p:txBody>
          <a:bodyPr anchor="b"/>
          <a:lstStyle>
            <a:lvl1pPr>
              <a:defRPr sz="584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512" y="4986792"/>
            <a:ext cx="10245864" cy="1630064"/>
          </a:xfrm>
        </p:spPr>
        <p:txBody>
          <a:bodyPr/>
          <a:lstStyle>
            <a:lvl1pPr marL="0" indent="0">
              <a:buNone/>
              <a:defRPr sz="2338">
                <a:solidFill>
                  <a:schemeClr val="tx1">
                    <a:tint val="82000"/>
                  </a:schemeClr>
                </a:solidFill>
              </a:defRPr>
            </a:lvl1pPr>
            <a:lvl2pPr marL="445450" indent="0">
              <a:buNone/>
              <a:defRPr sz="1949">
                <a:solidFill>
                  <a:schemeClr val="tx1">
                    <a:tint val="82000"/>
                  </a:schemeClr>
                </a:solidFill>
              </a:defRPr>
            </a:lvl2pPr>
            <a:lvl3pPr marL="890900" indent="0">
              <a:buNone/>
              <a:defRPr sz="1754">
                <a:solidFill>
                  <a:schemeClr val="tx1">
                    <a:tint val="82000"/>
                  </a:schemeClr>
                </a:solidFill>
              </a:defRPr>
            </a:lvl3pPr>
            <a:lvl4pPr marL="1336350" indent="0">
              <a:buNone/>
              <a:defRPr sz="1559">
                <a:solidFill>
                  <a:schemeClr val="tx1">
                    <a:tint val="82000"/>
                  </a:schemeClr>
                </a:solidFill>
              </a:defRPr>
            </a:lvl4pPr>
            <a:lvl5pPr marL="1781800" indent="0">
              <a:buNone/>
              <a:defRPr sz="1559">
                <a:solidFill>
                  <a:schemeClr val="tx1">
                    <a:tint val="82000"/>
                  </a:schemeClr>
                </a:solidFill>
              </a:defRPr>
            </a:lvl5pPr>
            <a:lvl6pPr marL="2227250" indent="0">
              <a:buNone/>
              <a:defRPr sz="1559">
                <a:solidFill>
                  <a:schemeClr val="tx1">
                    <a:tint val="82000"/>
                  </a:schemeClr>
                </a:solidFill>
              </a:defRPr>
            </a:lvl6pPr>
            <a:lvl7pPr marL="2672700" indent="0">
              <a:buNone/>
              <a:defRPr sz="1559">
                <a:solidFill>
                  <a:schemeClr val="tx1">
                    <a:tint val="82000"/>
                  </a:schemeClr>
                </a:solidFill>
              </a:defRPr>
            </a:lvl7pPr>
            <a:lvl8pPr marL="3118150" indent="0">
              <a:buNone/>
              <a:defRPr sz="1559">
                <a:solidFill>
                  <a:schemeClr val="tx1">
                    <a:tint val="82000"/>
                  </a:schemeClr>
                </a:solidFill>
              </a:defRPr>
            </a:lvl8pPr>
            <a:lvl9pPr marL="3563600" indent="0">
              <a:buNone/>
              <a:defRPr sz="155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042E8-DCEE-4186-A7B8-D69D572B97DA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75879-A1BB-4C29-BC4F-6DD88B5E4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4408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699" y="1983677"/>
            <a:ext cx="5048687" cy="472805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3877" y="1983677"/>
            <a:ext cx="5048687" cy="472805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042E8-DCEE-4186-A7B8-D69D572B97DA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75879-A1BB-4C29-BC4F-6DD88B5E4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6174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396736"/>
            <a:ext cx="10245864" cy="144032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247" y="1826708"/>
            <a:ext cx="5025485" cy="895241"/>
          </a:xfrm>
        </p:spPr>
        <p:txBody>
          <a:bodyPr anchor="b"/>
          <a:lstStyle>
            <a:lvl1pPr marL="0" indent="0">
              <a:buNone/>
              <a:defRPr sz="2338" b="1"/>
            </a:lvl1pPr>
            <a:lvl2pPr marL="445450" indent="0">
              <a:buNone/>
              <a:defRPr sz="1949" b="1"/>
            </a:lvl2pPr>
            <a:lvl3pPr marL="890900" indent="0">
              <a:buNone/>
              <a:defRPr sz="1754" b="1"/>
            </a:lvl3pPr>
            <a:lvl4pPr marL="1336350" indent="0">
              <a:buNone/>
              <a:defRPr sz="1559" b="1"/>
            </a:lvl4pPr>
            <a:lvl5pPr marL="1781800" indent="0">
              <a:buNone/>
              <a:defRPr sz="1559" b="1"/>
            </a:lvl5pPr>
            <a:lvl6pPr marL="2227250" indent="0">
              <a:buNone/>
              <a:defRPr sz="1559" b="1"/>
            </a:lvl6pPr>
            <a:lvl7pPr marL="2672700" indent="0">
              <a:buNone/>
              <a:defRPr sz="1559" b="1"/>
            </a:lvl7pPr>
            <a:lvl8pPr marL="3118150" indent="0">
              <a:buNone/>
              <a:defRPr sz="1559" b="1"/>
            </a:lvl8pPr>
            <a:lvl9pPr marL="3563600" indent="0">
              <a:buNone/>
              <a:defRPr sz="1559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247" y="2721949"/>
            <a:ext cx="5025485" cy="400357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3877" y="1826708"/>
            <a:ext cx="5050234" cy="895241"/>
          </a:xfrm>
        </p:spPr>
        <p:txBody>
          <a:bodyPr anchor="b"/>
          <a:lstStyle>
            <a:lvl1pPr marL="0" indent="0">
              <a:buNone/>
              <a:defRPr sz="2338" b="1"/>
            </a:lvl1pPr>
            <a:lvl2pPr marL="445450" indent="0">
              <a:buNone/>
              <a:defRPr sz="1949" b="1"/>
            </a:lvl2pPr>
            <a:lvl3pPr marL="890900" indent="0">
              <a:buNone/>
              <a:defRPr sz="1754" b="1"/>
            </a:lvl3pPr>
            <a:lvl4pPr marL="1336350" indent="0">
              <a:buNone/>
              <a:defRPr sz="1559" b="1"/>
            </a:lvl4pPr>
            <a:lvl5pPr marL="1781800" indent="0">
              <a:buNone/>
              <a:defRPr sz="1559" b="1"/>
            </a:lvl5pPr>
            <a:lvl6pPr marL="2227250" indent="0">
              <a:buNone/>
              <a:defRPr sz="1559" b="1"/>
            </a:lvl6pPr>
            <a:lvl7pPr marL="2672700" indent="0">
              <a:buNone/>
              <a:defRPr sz="1559" b="1"/>
            </a:lvl7pPr>
            <a:lvl8pPr marL="3118150" indent="0">
              <a:buNone/>
              <a:defRPr sz="1559" b="1"/>
            </a:lvl8pPr>
            <a:lvl9pPr marL="3563600" indent="0">
              <a:buNone/>
              <a:defRPr sz="1559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3877" y="2721949"/>
            <a:ext cx="5050234" cy="400357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042E8-DCEE-4186-A7B8-D69D572B97DA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75879-A1BB-4C29-BC4F-6DD88B5E4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0674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042E8-DCEE-4186-A7B8-D69D572B97DA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75879-A1BB-4C29-BC4F-6DD88B5E4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695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042E8-DCEE-4186-A7B8-D69D572B97DA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75879-A1BB-4C29-BC4F-6DD88B5E4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264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496782"/>
            <a:ext cx="3831371" cy="1738736"/>
          </a:xfrm>
        </p:spPr>
        <p:txBody>
          <a:bodyPr anchor="b"/>
          <a:lstStyle>
            <a:lvl1pPr>
              <a:defRPr sz="311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0234" y="1072911"/>
            <a:ext cx="6013877" cy="5295555"/>
          </a:xfrm>
        </p:spPr>
        <p:txBody>
          <a:bodyPr/>
          <a:lstStyle>
            <a:lvl1pPr>
              <a:defRPr sz="3118"/>
            </a:lvl1pPr>
            <a:lvl2pPr>
              <a:defRPr sz="2728"/>
            </a:lvl2pPr>
            <a:lvl3pPr>
              <a:defRPr sz="2338"/>
            </a:lvl3pPr>
            <a:lvl4pPr>
              <a:defRPr sz="1949"/>
            </a:lvl4pPr>
            <a:lvl5pPr>
              <a:defRPr sz="1949"/>
            </a:lvl5pPr>
            <a:lvl6pPr>
              <a:defRPr sz="1949"/>
            </a:lvl6pPr>
            <a:lvl7pPr>
              <a:defRPr sz="1949"/>
            </a:lvl7pPr>
            <a:lvl8pPr>
              <a:defRPr sz="1949"/>
            </a:lvl8pPr>
            <a:lvl9pPr>
              <a:defRPr sz="1949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2235517"/>
            <a:ext cx="3831371" cy="4141573"/>
          </a:xfrm>
        </p:spPr>
        <p:txBody>
          <a:bodyPr/>
          <a:lstStyle>
            <a:lvl1pPr marL="0" indent="0">
              <a:buNone/>
              <a:defRPr sz="1559"/>
            </a:lvl1pPr>
            <a:lvl2pPr marL="445450" indent="0">
              <a:buNone/>
              <a:defRPr sz="1364"/>
            </a:lvl2pPr>
            <a:lvl3pPr marL="890900" indent="0">
              <a:buNone/>
              <a:defRPr sz="1169"/>
            </a:lvl3pPr>
            <a:lvl4pPr marL="1336350" indent="0">
              <a:buNone/>
              <a:defRPr sz="974"/>
            </a:lvl4pPr>
            <a:lvl5pPr marL="1781800" indent="0">
              <a:buNone/>
              <a:defRPr sz="974"/>
            </a:lvl5pPr>
            <a:lvl6pPr marL="2227250" indent="0">
              <a:buNone/>
              <a:defRPr sz="974"/>
            </a:lvl6pPr>
            <a:lvl7pPr marL="2672700" indent="0">
              <a:buNone/>
              <a:defRPr sz="974"/>
            </a:lvl7pPr>
            <a:lvl8pPr marL="3118150" indent="0">
              <a:buNone/>
              <a:defRPr sz="974"/>
            </a:lvl8pPr>
            <a:lvl9pPr marL="3563600" indent="0">
              <a:buNone/>
              <a:defRPr sz="97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042E8-DCEE-4186-A7B8-D69D572B97DA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75879-A1BB-4C29-BC4F-6DD88B5E4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6927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496782"/>
            <a:ext cx="3831371" cy="1738736"/>
          </a:xfrm>
        </p:spPr>
        <p:txBody>
          <a:bodyPr anchor="b"/>
          <a:lstStyle>
            <a:lvl1pPr>
              <a:defRPr sz="3118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0234" y="1072911"/>
            <a:ext cx="6013877" cy="5295555"/>
          </a:xfrm>
        </p:spPr>
        <p:txBody>
          <a:bodyPr anchor="t"/>
          <a:lstStyle>
            <a:lvl1pPr marL="0" indent="0">
              <a:buNone/>
              <a:defRPr sz="3118"/>
            </a:lvl1pPr>
            <a:lvl2pPr marL="445450" indent="0">
              <a:buNone/>
              <a:defRPr sz="2728"/>
            </a:lvl2pPr>
            <a:lvl3pPr marL="890900" indent="0">
              <a:buNone/>
              <a:defRPr sz="2338"/>
            </a:lvl3pPr>
            <a:lvl4pPr marL="1336350" indent="0">
              <a:buNone/>
              <a:defRPr sz="1949"/>
            </a:lvl4pPr>
            <a:lvl5pPr marL="1781800" indent="0">
              <a:buNone/>
              <a:defRPr sz="1949"/>
            </a:lvl5pPr>
            <a:lvl6pPr marL="2227250" indent="0">
              <a:buNone/>
              <a:defRPr sz="1949"/>
            </a:lvl6pPr>
            <a:lvl7pPr marL="2672700" indent="0">
              <a:buNone/>
              <a:defRPr sz="1949"/>
            </a:lvl7pPr>
            <a:lvl8pPr marL="3118150" indent="0">
              <a:buNone/>
              <a:defRPr sz="1949"/>
            </a:lvl8pPr>
            <a:lvl9pPr marL="3563600" indent="0">
              <a:buNone/>
              <a:defRPr sz="1949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2235517"/>
            <a:ext cx="3831371" cy="4141573"/>
          </a:xfrm>
        </p:spPr>
        <p:txBody>
          <a:bodyPr/>
          <a:lstStyle>
            <a:lvl1pPr marL="0" indent="0">
              <a:buNone/>
              <a:defRPr sz="1559"/>
            </a:lvl1pPr>
            <a:lvl2pPr marL="445450" indent="0">
              <a:buNone/>
              <a:defRPr sz="1364"/>
            </a:lvl2pPr>
            <a:lvl3pPr marL="890900" indent="0">
              <a:buNone/>
              <a:defRPr sz="1169"/>
            </a:lvl3pPr>
            <a:lvl4pPr marL="1336350" indent="0">
              <a:buNone/>
              <a:defRPr sz="974"/>
            </a:lvl4pPr>
            <a:lvl5pPr marL="1781800" indent="0">
              <a:buNone/>
              <a:defRPr sz="974"/>
            </a:lvl5pPr>
            <a:lvl6pPr marL="2227250" indent="0">
              <a:buNone/>
              <a:defRPr sz="974"/>
            </a:lvl6pPr>
            <a:lvl7pPr marL="2672700" indent="0">
              <a:buNone/>
              <a:defRPr sz="974"/>
            </a:lvl7pPr>
            <a:lvl8pPr marL="3118150" indent="0">
              <a:buNone/>
              <a:defRPr sz="974"/>
            </a:lvl8pPr>
            <a:lvl9pPr marL="3563600" indent="0">
              <a:buNone/>
              <a:defRPr sz="97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042E8-DCEE-4186-A7B8-D69D572B97DA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75879-A1BB-4C29-BC4F-6DD88B5E4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3239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042E8-DCEE-4186-A7B8-D69D572B97DA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75879-A1BB-4C29-BC4F-6DD88B5E4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4512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1098" y="396736"/>
            <a:ext cx="2561466" cy="631499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6700" y="396736"/>
            <a:ext cx="7535907" cy="631499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042E8-DCEE-4186-A7B8-D69D572B97DA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75879-A1BB-4C29-BC4F-6DD88B5E4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9654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6700" y="396736"/>
            <a:ext cx="10245864" cy="14403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6700" y="1983677"/>
            <a:ext cx="10245864" cy="4728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6699" y="6906646"/>
            <a:ext cx="2672834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6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042E8-DCEE-4186-A7B8-D69D572B97DA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5006" y="6906646"/>
            <a:ext cx="4009251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6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9730" y="6906646"/>
            <a:ext cx="2672834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6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675879-A1BB-4C29-BC4F-6DD88B5E4A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52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90900" rtl="0" eaLnBrk="1" latinLnBrk="0" hangingPunct="1">
        <a:lnSpc>
          <a:spcPct val="90000"/>
        </a:lnSpc>
        <a:spcBef>
          <a:spcPct val="0"/>
        </a:spcBef>
        <a:buNone/>
        <a:defRPr sz="42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2725" indent="-222725" algn="l" defTabSz="890900" rtl="0" eaLnBrk="1" latinLnBrk="0" hangingPunct="1">
        <a:lnSpc>
          <a:spcPct val="90000"/>
        </a:lnSpc>
        <a:spcBef>
          <a:spcPts val="974"/>
        </a:spcBef>
        <a:buFont typeface="Arial" panose="020B0604020202020204" pitchFamily="34" charset="0"/>
        <a:buChar char="•"/>
        <a:defRPr sz="2728" kern="1200">
          <a:solidFill>
            <a:schemeClr val="tx1"/>
          </a:solidFill>
          <a:latin typeface="+mn-lt"/>
          <a:ea typeface="+mn-ea"/>
          <a:cs typeface="+mn-cs"/>
        </a:defRPr>
      </a:lvl1pPr>
      <a:lvl2pPr marL="6681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136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949" kern="1200">
          <a:solidFill>
            <a:schemeClr val="tx1"/>
          </a:solidFill>
          <a:latin typeface="+mn-lt"/>
          <a:ea typeface="+mn-ea"/>
          <a:cs typeface="+mn-cs"/>
        </a:defRPr>
      </a:lvl3pPr>
      <a:lvl4pPr marL="15590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4pPr>
      <a:lvl5pPr marL="20045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5pPr>
      <a:lvl6pPr marL="24499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6pPr>
      <a:lvl7pPr marL="28954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7pPr>
      <a:lvl8pPr marL="33408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8pPr>
      <a:lvl9pPr marL="37863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1pPr>
      <a:lvl2pPr marL="4454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2pPr>
      <a:lvl3pPr marL="8909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3363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4pPr>
      <a:lvl5pPr marL="17818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5pPr>
      <a:lvl6pPr marL="22272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6pPr>
      <a:lvl7pPr marL="26727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7pPr>
      <a:lvl8pPr marL="31181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8pPr>
      <a:lvl9pPr marL="35636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19801DB3-FC4F-25C2-D72D-FA72A4FB4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160545"/>
            <a:ext cx="11876400" cy="29117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DF121BB-19E7-4D9B-C074-7F17FDDA6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1879264" cy="716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716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C2FB6-E85A-4363-A9F4-973C5CD31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1E1FD22C-1504-78AB-C217-6B4164438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160545"/>
            <a:ext cx="11876400" cy="29117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85486BB-0E0B-F803-863E-ADDFF345ED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1876399" cy="745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250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4B5D8-536D-EA12-8B56-705D41E12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5426DCFD-9142-927F-0D32-D0801C5AB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160545"/>
            <a:ext cx="11876400" cy="29117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0C7C847-E139-98E9-B4E1-80A089A573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876399" cy="744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373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20369-6710-F321-0C82-4F2521DE6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46212D41-CA5F-4A8C-E203-4AB67CED2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160545"/>
            <a:ext cx="11876400" cy="29117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960714E-A638-D79F-BCD7-E5876BCD6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879263" cy="744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915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D33A6-A62E-F65A-8389-AE3C2EEE3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44044442-EC5B-DA99-C324-A8390B19DCDD}"/>
              </a:ext>
            </a:extLst>
          </p:cNvPr>
          <p:cNvSpPr/>
          <p:nvPr/>
        </p:nvSpPr>
        <p:spPr>
          <a:xfrm>
            <a:off x="-155277" y="2454779"/>
            <a:ext cx="1009291" cy="7418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71341C5-DFA6-0642-A240-73F55890C340}"/>
              </a:ext>
            </a:extLst>
          </p:cNvPr>
          <p:cNvSpPr/>
          <p:nvPr/>
        </p:nvSpPr>
        <p:spPr>
          <a:xfrm>
            <a:off x="7193354" y="3007089"/>
            <a:ext cx="1009291" cy="7418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0BB990F-0BB4-E559-7D1C-8EB82A459B8B}"/>
              </a:ext>
            </a:extLst>
          </p:cNvPr>
          <p:cNvSpPr/>
          <p:nvPr/>
        </p:nvSpPr>
        <p:spPr>
          <a:xfrm>
            <a:off x="3970308" y="4585254"/>
            <a:ext cx="1009291" cy="7418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C5A0152-3948-8574-8E37-0720F8A120F8}"/>
              </a:ext>
            </a:extLst>
          </p:cNvPr>
          <p:cNvSpPr/>
          <p:nvPr/>
        </p:nvSpPr>
        <p:spPr>
          <a:xfrm>
            <a:off x="-155277" y="4585254"/>
            <a:ext cx="1009291" cy="7418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65B1AAC-724B-0F3E-A77B-6051AD9DF810}"/>
              </a:ext>
            </a:extLst>
          </p:cNvPr>
          <p:cNvSpPr/>
          <p:nvPr/>
        </p:nvSpPr>
        <p:spPr>
          <a:xfrm>
            <a:off x="-155277" y="3520017"/>
            <a:ext cx="1009291" cy="7418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43D9AA1-8829-D9C2-12ED-02616F9AC620}"/>
              </a:ext>
            </a:extLst>
          </p:cNvPr>
          <p:cNvSpPr/>
          <p:nvPr/>
        </p:nvSpPr>
        <p:spPr>
          <a:xfrm>
            <a:off x="7193354" y="3007089"/>
            <a:ext cx="1009291" cy="7418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65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Benutzerdefiniert</PresentationFormat>
  <Paragraphs>0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Biber | 4SELLERS</dc:creator>
  <cp:lastModifiedBy>Benjamin Biber | 4SELLERS</cp:lastModifiedBy>
  <cp:revision>8</cp:revision>
  <dcterms:created xsi:type="dcterms:W3CDTF">2026-05-26T07:16:24Z</dcterms:created>
  <dcterms:modified xsi:type="dcterms:W3CDTF">2026-05-28T06:14:00Z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24f369d-7a3d-42c3-96e7-64c47fab58c3_Enabled">
    <vt:lpwstr>true</vt:lpwstr>
  </property>
  <property fmtid="{D5CDD505-2E9C-101B-9397-08002B2CF9AE}" pid="3" name="MSIP_Label_b24f369d-7a3d-42c3-96e7-64c47fab58c3_SetDate">
    <vt:lpwstr>2026-05-26T07:21:32Z</vt:lpwstr>
  </property>
  <property fmtid="{D5CDD505-2E9C-101B-9397-08002B2CF9AE}" pid="4" name="MSIP_Label_b24f369d-7a3d-42c3-96e7-64c47fab58c3_Method">
    <vt:lpwstr>Standard</vt:lpwstr>
  </property>
  <property fmtid="{D5CDD505-2E9C-101B-9397-08002B2CF9AE}" pid="5" name="MSIP_Label_b24f369d-7a3d-42c3-96e7-64c47fab58c3_Name">
    <vt:lpwstr>Standard</vt:lpwstr>
  </property>
  <property fmtid="{D5CDD505-2E9C-101B-9397-08002B2CF9AE}" pid="6" name="MSIP_Label_b24f369d-7a3d-42c3-96e7-64c47fab58c3_SiteId">
    <vt:lpwstr>d1cdb594-3bfd-463c-9290-acaa47bd81d8</vt:lpwstr>
  </property>
  <property fmtid="{D5CDD505-2E9C-101B-9397-08002B2CF9AE}" pid="7" name="MSIP_Label_b24f369d-7a3d-42c3-96e7-64c47fab58c3_ActionId">
    <vt:lpwstr>c2fd5d01-0e78-426a-9bc9-19ef6a61a9cb</vt:lpwstr>
  </property>
  <property fmtid="{D5CDD505-2E9C-101B-9397-08002B2CF9AE}" pid="8" name="MSIP_Label_b24f369d-7a3d-42c3-96e7-64c47fab58c3_ContentBits">
    <vt:lpwstr>0</vt:lpwstr>
  </property>
  <property fmtid="{D5CDD505-2E9C-101B-9397-08002B2CF9AE}" pid="9" name="MSIP_Label_b24f369d-7a3d-42c3-96e7-64c47fab58c3_Tag">
    <vt:lpwstr>10, 3, 0, 1</vt:lpwstr>
  </property>
</Properties>
</file>